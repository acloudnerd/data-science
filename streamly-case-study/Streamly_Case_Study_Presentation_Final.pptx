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91" r:id="rId1"/>
  </p:sldMasterIdLst>
  <p:sldIdLst>
    <p:sldId id="256" r:id="rId2"/>
    <p:sldId id="257" r:id="rId3"/>
    <p:sldId id="258" r:id="rId4"/>
    <p:sldId id="260" r:id="rId5"/>
    <p:sldId id="262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6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8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177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2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1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463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2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8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554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94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867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63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  <p:sldLayoutId id="2147484099" r:id="rId8"/>
    <p:sldLayoutId id="2147484100" r:id="rId9"/>
    <p:sldLayoutId id="2147484101" r:id="rId10"/>
    <p:sldLayoutId id="214748410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4A79B-06B2-4FE7-9CF6-54D940A8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BFA14D-8E4F-42D4-B5A0-9588A6A45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658" y="321731"/>
            <a:ext cx="8663391" cy="62145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747254" cy="4078224"/>
          </a:xfrm>
        </p:spPr>
        <p:txBody>
          <a:bodyPr>
            <a:normAutofit/>
          </a:bodyPr>
          <a:lstStyle/>
          <a:p>
            <a:r>
              <a:rPr lang="en-ZA" dirty="0" err="1">
                <a:solidFill>
                  <a:srgbClr val="FFFFFF"/>
                </a:solidFill>
              </a:rPr>
              <a:t>Streamly</a:t>
            </a:r>
            <a:r>
              <a:rPr lang="en-ZA" dirty="0">
                <a:solidFill>
                  <a:srgbClr val="FFFFFF"/>
                </a:solidFill>
              </a:rPr>
              <a:t> Recommendation Engine – Case Study Delivery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0B2B88-1A1B-486B-9366-918FE2E71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5495544"/>
            <a:ext cx="7747254" cy="65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dirty="0">
                <a:solidFill>
                  <a:srgbClr val="FFFFFF"/>
                </a:solidFill>
              </a:rPr>
              <a:t>Tshepo Matshisevhe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3502152"/>
            <a:ext cx="7290054" cy="1014984"/>
          </a:xfrm>
        </p:spPr>
        <p:txBody>
          <a:bodyPr>
            <a:normAutofit/>
          </a:bodyPr>
          <a:lstStyle/>
          <a:p>
            <a:r>
              <a:rPr dirty="0"/>
              <a:t>Data Exploration &amp; Quality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4599432"/>
            <a:ext cx="7290055" cy="1709927"/>
          </a:xfrm>
        </p:spPr>
        <p:txBody>
          <a:bodyPr>
            <a:normAutofit/>
          </a:bodyPr>
          <a:lstStyle/>
          <a:p>
            <a:r>
              <a:rPr dirty="0"/>
              <a:t>Datasets: profiles.csv, titles.csv</a:t>
            </a:r>
          </a:p>
          <a:p>
            <a:pPr lvl="1"/>
            <a:r>
              <a:rPr dirty="0"/>
              <a:t>Performed profiling on types, nulls, duplicates, distributions</a:t>
            </a:r>
          </a:p>
          <a:p>
            <a:pPr lvl="1"/>
            <a:r>
              <a:rPr dirty="0"/>
              <a:t>Key issues: inconsistent formatting, missing languages, duplicates, inferred accounts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F31392-AD14-5E60-4667-F67075DE2540}"/>
              </a:ext>
            </a:extLst>
          </p:cNvPr>
          <p:cNvSpPr txBox="1">
            <a:spLocks/>
          </p:cNvSpPr>
          <p:nvPr/>
        </p:nvSpPr>
        <p:spPr>
          <a:xfrm>
            <a:off x="768096" y="676656"/>
            <a:ext cx="7442454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dirty="0" err="1"/>
              <a:t>Implemantation</a:t>
            </a:r>
            <a:endParaRPr lang="en-ZA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2920AD-B519-2AA2-680A-61E49ECB1B28}"/>
              </a:ext>
            </a:extLst>
          </p:cNvPr>
          <p:cNvSpPr txBox="1">
            <a:spLocks/>
          </p:cNvSpPr>
          <p:nvPr/>
        </p:nvSpPr>
        <p:spPr>
          <a:xfrm>
            <a:off x="768096" y="1801368"/>
            <a:ext cx="7290055" cy="1161290"/>
          </a:xfrm>
          <a:prstGeom prst="rect">
            <a:avLst/>
          </a:prstGeom>
        </p:spPr>
        <p:txBody>
          <a:bodyPr vert="horz" lIns="45720" tIns="45720" rIns="45720" bIns="45720" rtlCol="0"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End-to-end implementation of </a:t>
            </a:r>
            <a:r>
              <a:rPr lang="en-ZA" dirty="0" err="1"/>
              <a:t>Streamly’s</a:t>
            </a:r>
            <a:r>
              <a:rPr lang="en-ZA" dirty="0"/>
              <a:t> recommendation workflow</a:t>
            </a:r>
          </a:p>
          <a:p>
            <a:r>
              <a:rPr lang="en-ZA" dirty="0"/>
              <a:t>Covers: Data → Cleaning → Database → Algorithm → Web App → Demo</a:t>
            </a:r>
          </a:p>
          <a:p>
            <a:r>
              <a:rPr lang="en-ZA" dirty="0"/>
              <a:t>Built using Python, SQLite, Flask &amp; lightweight UI</a:t>
            </a:r>
            <a:endParaRPr lang="en-ZA" dirty="0"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1873688"/>
            <a:ext cx="7290055" cy="4435672"/>
          </a:xfrm>
        </p:spPr>
        <p:txBody>
          <a:bodyPr/>
          <a:lstStyle/>
          <a:p>
            <a:r>
              <a:rPr dirty="0" err="1"/>
              <a:t>Standardised</a:t>
            </a:r>
            <a:r>
              <a:rPr dirty="0"/>
              <a:t> text fields and formats</a:t>
            </a:r>
          </a:p>
          <a:p>
            <a:pPr lvl="1"/>
            <a:r>
              <a:rPr dirty="0"/>
              <a:t>Converted numeric, </a:t>
            </a:r>
            <a:r>
              <a:rPr dirty="0" err="1"/>
              <a:t>boolean</a:t>
            </a:r>
            <a:r>
              <a:rPr dirty="0"/>
              <a:t>, datetime fields</a:t>
            </a:r>
          </a:p>
          <a:p>
            <a:pPr lvl="1"/>
            <a:r>
              <a:rPr dirty="0"/>
              <a:t>Parsed profile preferences</a:t>
            </a:r>
          </a:p>
          <a:p>
            <a:pPr lvl="1"/>
            <a:r>
              <a:rPr dirty="0"/>
              <a:t>Generated clean datasets: profiles_clean.csv &amp; titles_clean.csv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68096" y="1873688"/>
            <a:ext cx="7442454" cy="48288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dirty="0"/>
              <a:t>Database Design &amp; SQLite Implementation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8096" y="4910328"/>
            <a:ext cx="7442455" cy="160020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Created </a:t>
            </a:r>
            <a:r>
              <a:rPr lang="en-ZA" dirty="0" err="1"/>
              <a:t>streamly.db</a:t>
            </a:r>
            <a:r>
              <a:rPr lang="en-ZA" dirty="0"/>
              <a:t> with accounts, profiles, titles tables</a:t>
            </a:r>
          </a:p>
          <a:p>
            <a:pPr lvl="1"/>
            <a:r>
              <a:rPr lang="en-ZA" dirty="0"/>
              <a:t>Normalised structure for easy joins and extensibility</a:t>
            </a:r>
          </a:p>
          <a:p>
            <a:pPr lvl="1"/>
            <a:r>
              <a:rPr lang="en-ZA" dirty="0"/>
              <a:t>Programmatically generated schema via Notebook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337" y="864109"/>
            <a:ext cx="2305435" cy="1613916"/>
          </a:xfrm>
        </p:spPr>
        <p:txBody>
          <a:bodyPr>
            <a:normAutofit/>
          </a:bodyPr>
          <a:lstStyle/>
          <a:p>
            <a:pPr algn="r"/>
            <a:r>
              <a:rPr lang="en-ZA" sz="2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Recommendation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921" y="864108"/>
            <a:ext cx="4433008" cy="5120640"/>
          </a:xfrm>
        </p:spPr>
        <p:txBody>
          <a:bodyPr>
            <a:normAutofit/>
          </a:bodyPr>
          <a:lstStyle/>
          <a:p>
            <a:r>
              <a:rPr dirty="0"/>
              <a:t>Heuristic scoring model using:</a:t>
            </a:r>
          </a:p>
          <a:p>
            <a:pPr lvl="1"/>
            <a:r>
              <a:rPr dirty="0"/>
              <a:t>Age band × rating suitability</a:t>
            </a:r>
          </a:p>
          <a:p>
            <a:pPr lvl="1"/>
            <a:r>
              <a:rPr dirty="0"/>
              <a:t>Kids-profile filtering logic</a:t>
            </a:r>
          </a:p>
          <a:p>
            <a:pPr lvl="1"/>
            <a:r>
              <a:rPr dirty="0"/>
              <a:t>Language &amp; genre preference match</a:t>
            </a:r>
          </a:p>
          <a:p>
            <a:pPr lvl="1"/>
            <a:r>
              <a:rPr dirty="0"/>
              <a:t>Popularity from IMDB rating + votes</a:t>
            </a:r>
            <a:endParaRPr lang="en-ZA" dirty="0"/>
          </a:p>
          <a:p>
            <a:pPr lvl="1"/>
            <a:r>
              <a:rPr lang="en-ZA" dirty="0"/>
              <a:t>Added visualisation</a:t>
            </a:r>
            <a:endParaRPr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68096" y="3099816"/>
            <a:ext cx="3198825" cy="27066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300" dirty="0"/>
              <a:t>Web App, API &amp; Demo Flow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966922" y="3813048"/>
            <a:ext cx="4091230" cy="2180843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Flask backend with /</a:t>
            </a:r>
            <a:r>
              <a:rPr lang="en-ZA" dirty="0" err="1"/>
              <a:t>api</a:t>
            </a:r>
            <a:r>
              <a:rPr lang="en-ZA" dirty="0"/>
              <a:t>/profiles and /</a:t>
            </a:r>
            <a:r>
              <a:rPr lang="en-ZA" dirty="0" err="1"/>
              <a:t>api</a:t>
            </a:r>
            <a:r>
              <a:rPr lang="en-ZA" dirty="0"/>
              <a:t>/recommendations</a:t>
            </a:r>
          </a:p>
          <a:p>
            <a:pPr lvl="1"/>
            <a:r>
              <a:rPr lang="en-ZA" dirty="0"/>
              <a:t>HTML/JS frontend calling API</a:t>
            </a:r>
          </a:p>
          <a:p>
            <a:pPr lvl="1"/>
            <a:r>
              <a:rPr lang="en-ZA" dirty="0"/>
              <a:t>User flow: Start Flask → Select Profile → Get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ZA" sz="2000" dirty="0"/>
              <a:t>This chart shows how the scoring function ranks candidate titles for a specific profile, combining age suitability, kids logic, language, preferences and IMDB popularity.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81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graph of blue rectangular objects&#10;&#10;AI-generated content may be incorrect.">
            <a:extLst>
              <a:ext uri="{FF2B5EF4-FFF2-40B4-BE49-F238E27FC236}">
                <a16:creationId xmlns:a16="http://schemas.microsoft.com/office/drawing/2014/main" id="{4EEADEBE-72B5-C63B-3354-F72D614C13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9675" y="1600200"/>
            <a:ext cx="4692650" cy="2991287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ZA" sz="2000" dirty="0"/>
              <a:t>Left: Kids profile only surfacing kids content. Right: Adult profile surfacing a more mature set of titles</a:t>
            </a:r>
          </a:p>
        </p:txBody>
      </p:sp>
      <p:pic>
        <p:nvPicPr>
          <p:cNvPr id="5" name="Content Placeholder 4" descr="A graph of blue squares&#10;&#10;AI-generated content may be incorrect.">
            <a:extLst>
              <a:ext uri="{FF2B5EF4-FFF2-40B4-BE49-F238E27FC236}">
                <a16:creationId xmlns:a16="http://schemas.microsoft.com/office/drawing/2014/main" id="{1883C641-C388-588B-EDE1-6E61CCB74B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4225" y="2736808"/>
            <a:ext cx="7454900" cy="2652796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82</TotalTime>
  <Words>253</Words>
  <Application>Microsoft Office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Tw Cen MT</vt:lpstr>
      <vt:lpstr>Tw Cen MT Condensed</vt:lpstr>
      <vt:lpstr>Wingdings 3</vt:lpstr>
      <vt:lpstr>Integral</vt:lpstr>
      <vt:lpstr>Streamly Recommendation Engine – Case Study Delivery</vt:lpstr>
      <vt:lpstr>Data Exploration &amp; Quality Checks</vt:lpstr>
      <vt:lpstr>Data Cleaning &amp; Transformation</vt:lpstr>
      <vt:lpstr>Recommendation Algorithm</vt:lpstr>
      <vt:lpstr>This chart shows how the scoring function ranks candidate titles for a specific profile, combining age suitability, kids logic, language, preferences and IMDB popularity.</vt:lpstr>
      <vt:lpstr>Left: Kids profile only surfacing kids content. Right: Adult profile surfacing a more mature set of titles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Tshepo Matshisevhe</cp:lastModifiedBy>
  <cp:revision>2</cp:revision>
  <dcterms:created xsi:type="dcterms:W3CDTF">2013-01-27T09:14:16Z</dcterms:created>
  <dcterms:modified xsi:type="dcterms:W3CDTF">2025-12-09T05:31:51Z</dcterms:modified>
  <cp:category/>
</cp:coreProperties>
</file>